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0" r:id="rId19"/>
    <p:sldId id="261" r:id="rId20"/>
    <p:sldId id="277" r:id="rId21"/>
    <p:sldId id="278" r:id="rId22"/>
    <p:sldId id="279" r:id="rId23"/>
    <p:sldId id="262" r:id="rId24"/>
    <p:sldId id="280" r:id="rId25"/>
    <p:sldId id="26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605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754880" cy="4754880"/>
          </a:xfrm>
          <a:prstGeom prst="ellipse">
            <a:avLst/>
          </a:prstGeom>
          <a:solidFill>
            <a:srgbClr val="A2676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663440"/>
            <a:ext cx="4297680" cy="4297680"/>
          </a:xfrm>
          <a:prstGeom prst="ellipse">
            <a:avLst/>
          </a:prstGeom>
          <a:solidFill>
            <a:srgbClr val="A2676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The General Knowledge Quiz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383280"/>
            <a:ext cx="2011680" cy="0"/>
          </a:xfrm>
          <a:prstGeom prst="line">
            <a:avLst/>
          </a:prstGeom>
          <a:noFill/>
          <a:ln w="31750">
            <a:solidFill>
              <a:srgbClr val="ECE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&amp; Project Report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Laiba Maqbool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DecodeLabs Industrial Training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A26769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F7F3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console-based General Knowledge Quiz that asks the player 3 questions, checks each answer, awards one point per correct response, and reports a full performance summary — score, percentage, letter grade, and a personalized remark.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Player 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3 Questions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Grade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73736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Concepts Used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2514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Statements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· DecodeLabs Industrial Training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A26769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functions, each handling one clear responsibility.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848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display_welcome()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welcome banner and quiz introduction.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20848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display_rules()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55080" y="245059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scoring rules before the quiz begins.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3639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get_player_name()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50215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a non-empty name is entered; title-cases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06324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13639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countdown()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350215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short 3-2-1 countdown before questions start.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1879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ask_question()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55371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one question, sanitizes input, checks the answer.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41879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run_quiz()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455371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quiz: loops questions, tallies score, shows results.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2395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play_again()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1520" y="560527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Y/N input and asks if the player wants another round.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516636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52395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55080" y="560527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loops run_quiz() until the player chooses to stop.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· DecodeLabs Industrial Training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A26769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Handling &amp; Validation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7F3EF"/>
          </a:solidFill>
          <a:ln w="19050">
            <a:solidFill>
              <a:srgbClr val="B041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MARS  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468880"/>
            <a:ext cx="320040" cy="0"/>
          </a:xfrm>
          <a:prstGeom prst="line">
            <a:avLst/>
          </a:prstGeom>
          <a:noFill/>
          <a:ln w="317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8288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7F3EF"/>
          </a:solidFill>
          <a:ln w="1905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"MARS"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2468880"/>
            <a:ext cx="320040" cy="0"/>
          </a:xfrm>
          <a:prstGeom prst="line">
            <a:avLst/>
          </a:prstGeom>
          <a:noFill/>
          <a:ln w="317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7F3EF"/>
          </a:solidFill>
          <a:ln w="1905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.lower()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"mars"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2468880"/>
            <a:ext cx="320040" cy="0"/>
          </a:xfrm>
          <a:prstGeom prst="line">
            <a:avLst/>
          </a:prstGeom>
          <a:noFill/>
          <a:ln w="317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06840" y="18288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7F3EF"/>
          </a:solidFill>
          <a:ln w="19050">
            <a:solidFill>
              <a:srgbClr val="3E7C5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[answers]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7F3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Correct Answers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accepts a list — ["pacific", "pacific ocean"] — so answers are checked with the 'in' operator instead of a single '=='.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4290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7F3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Validation Loop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4206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get_player_name() uses while True to keep re-prompting until the player enters a non-empty name.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34290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7F3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6676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Play-Again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4206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play_again() rejects anything except 'y' or 'n' and re-asks, preventing invalid program states.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· DecodeLabs Industrial Training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8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6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2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78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7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7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59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4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3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81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30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A26769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LOGIC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&amp; Grade Calculation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= (score / total_questions) * 100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2331720"/>
            <a:ext cx="914400" cy="914400"/>
          </a:xfrm>
          <a:prstGeom prst="ellipse">
            <a:avLst/>
          </a:prstGeom>
          <a:solidFill>
            <a:srgbClr val="3E7C59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79776" y="214884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2331720"/>
            <a:ext cx="914400" cy="914400"/>
          </a:xfrm>
          <a:prstGeom prst="ellipse">
            <a:avLst/>
          </a:prstGeom>
          <a:solidFill>
            <a:srgbClr val="5C9A6B"/>
          </a:solidFill>
          <a:ln/>
        </p:spPr>
      </p:sp>
      <p:sp>
        <p:nvSpPr>
          <p:cNvPr id="13" name="Text 11"/>
          <p:cNvSpPr/>
          <p:nvPr/>
        </p:nvSpPr>
        <p:spPr>
          <a:xfrm>
            <a:off x="3346704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89504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80%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9504" y="3794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10912" y="214884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23317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1206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60%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794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42048" y="214884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08976" y="2331720"/>
            <a:ext cx="914400" cy="914400"/>
          </a:xfrm>
          <a:prstGeom prst="ellipse">
            <a:avLst/>
          </a:prstGeom>
          <a:solidFill>
            <a:srgbClr val="D08A3E"/>
          </a:solidFill>
          <a:ln/>
        </p:spPr>
      </p:sp>
      <p:sp>
        <p:nvSpPr>
          <p:cNvPr id="23" name="Text 21"/>
          <p:cNvSpPr/>
          <p:nvPr/>
        </p:nvSpPr>
        <p:spPr>
          <a:xfrm>
            <a:off x="7808976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51776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40%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51776" y="3794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Attempt!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73184" y="214884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40112" y="2331720"/>
            <a:ext cx="914400" cy="914400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8" name="Text 26"/>
          <p:cNvSpPr/>
          <p:nvPr/>
        </p:nvSpPr>
        <p:spPr>
          <a:xfrm>
            <a:off x="10040112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582912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40%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82912" y="3794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· DecodeLabs Industrial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ask_question() — the core evaluation logic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1132"/>
            </a:avLst>
          </a:prstGeom>
          <a:solidFill>
            <a:srgbClr val="180C1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ask_question(question, correct_answers):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user_answer = input(question + "\nYour Answer: ")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cleaned_answer = user_answer.strip().lower()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cleaned_answer in correct_answers: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print("Correct Answer! ✅")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print("Wrong Answer! ❌")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print(f"Correct Answer: {correct_answers[0].title()}")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Q3 example — accepts multiple valid phrasings: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("Q3. What is the largest ocean on Earth?",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["pacific", "pacific ocean"])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· DecodeLabs Industrial Training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99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46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97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A26769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 Output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console transcript — 2 correct, 1 wrong answer.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160520"/>
          </a:xfrm>
          <a:prstGeom prst="roundRect">
            <a:avLst>
              <a:gd name="adj" fmla="val 1319"/>
            </a:avLst>
          </a:prstGeom>
          <a:solidFill>
            <a:srgbClr val="24141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10424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8B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3 of 3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Q3. What is the largest ocean on Earth?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Answer: Atlantic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04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Answer! ❌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04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Answer: Pacific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QUIZ COMPLETED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Name      : Laiba Maqbool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Questions  : 3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Answers  : 2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04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Answers    : 1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Score      : 2/3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      : 66.67%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5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           : B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E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      : PASS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· DecodeLabs Industrial Training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13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A2676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A2676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60320"/>
            <a:ext cx="9784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goes beyond the minimum requirement of a 3-question quiz by adding a full player experience: name capture with validation, rules and countdown screens, multiple accepted answer phrasings, a percentage-based grading system (A+ to D), a personalized performance report, and a replay loop. Together these demonstrate strong command of variables, functions, loops, conditionals, and clean f-string output.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Maqbool  |  DecodeLabs Industrial Training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682</Words>
  <Application>Microsoft Office PowerPoint</Application>
  <PresentationFormat>Widescreen</PresentationFormat>
  <Paragraphs>140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Project 4 - The General Knowledge Quiz</dc:title>
  <dc:subject>PptxGenJS Presentation</dc:subject>
  <dc:creator>Laiba Maqbool</dc:creator>
  <cp:lastModifiedBy>Windows User</cp:lastModifiedBy>
  <cp:revision>5</cp:revision>
  <dcterms:created xsi:type="dcterms:W3CDTF">2026-07-04T10:18:59Z</dcterms:created>
  <dcterms:modified xsi:type="dcterms:W3CDTF">2026-07-04T11:36:08Z</dcterms:modified>
</cp:coreProperties>
</file>